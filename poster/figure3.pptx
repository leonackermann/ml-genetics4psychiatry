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EA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34"/>
    <p:restoredTop sz="94609"/>
  </p:normalViewPr>
  <p:slideViewPr>
    <p:cSldViewPr snapToGrid="0">
      <p:cViewPr>
        <p:scale>
          <a:sx n="222" d="100"/>
          <a:sy n="222" d="100"/>
        </p:scale>
        <p:origin x="-472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6C806-7D6F-7204-0281-D3D002E01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025EBF-3189-8529-70AA-8F5C277F6A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A3B21-A58D-D50A-3328-BA60B7E11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DFDB8-0DDA-B945-A3CB-BF161D5C4CFA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6897E-4041-727B-4D3B-7C796F148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991B9-2FC1-4905-02FE-54727F2B9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D5299-8ADD-5C49-A3B6-D639136F0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769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19C89-62FD-2ACD-9D44-713AF2AC4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3B2D5-BAF3-86C5-05EA-57C7EEB4A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4DFB1-1D89-143F-0B71-E3B0E794E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DFDB8-0DDA-B945-A3CB-BF161D5C4CFA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2ABFF-0E7B-88AD-C8AD-B06D215A4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03166-4573-FBC7-A55B-15423ACA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D5299-8ADD-5C49-A3B6-D639136F0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321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7F16D-815D-D1F4-AAB2-A2861690C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341550-2B5D-E7D0-44F4-86E348258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8D8B8-2511-8389-E05F-D7C4C59D4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DFDB8-0DDA-B945-A3CB-BF161D5C4CFA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7BFE0-5049-F60B-AC4D-EA5E740EB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B8F7D-D13F-F94E-6EA3-FE42FBC8D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D5299-8ADD-5C49-A3B6-D639136F0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052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BB373-70A0-0E67-C4BF-5EF256B06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1D9F3-EEA1-BA95-9365-9C2F7A1103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FBFFC-A0E0-F218-DC40-9F6A22D50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065BED-D25C-C72E-90D2-1CC145B3A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DFDB8-0DDA-B945-A3CB-BF161D5C4CFA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C2B77A-FE7E-B7AE-32DF-6EC22D4C6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37571-45D9-E445-441C-4E5DA763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D5299-8ADD-5C49-A3B6-D639136F0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03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CB3CE-9D02-A3D2-1DFE-FCB44305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DAA99-6F2C-8E8A-AB94-21D719703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C7A6A-BB82-4477-C09B-2E4B8F2C2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B4821D-3ED4-3B18-96F9-B260F21AEE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85ED5C-8D7E-088E-1D62-A56433B1D1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5F58E1-5F24-07E9-36CC-3137B82BC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DFDB8-0DDA-B945-A3CB-BF161D5C4CFA}" type="datetimeFigureOut">
              <a:rPr lang="en-US" smtClean="0"/>
              <a:t>6/1/26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688BBB-C83B-2A4A-7068-E5BDD1A38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6CEFFB-8CD1-F9C5-BECE-8E12CF52B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D5299-8ADD-5C49-A3B6-D639136F0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419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4A90B-E224-A2A1-681E-69D7A2DE2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C57D1C-B359-2EFC-0630-0385C5DDC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DFDB8-0DDA-B945-A3CB-BF161D5C4CFA}" type="datetimeFigureOut">
              <a:rPr lang="en-US" smtClean="0"/>
              <a:t>6/1/26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7A261A-FBA0-07E7-AB38-9EEC3D3E1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84DE06-0D88-8599-06DB-9EE6AEEFD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D5299-8ADD-5C49-A3B6-D639136F0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05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46C892-2952-FE46-574B-FE39E3DAC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DFDB8-0DDA-B945-A3CB-BF161D5C4CFA}" type="datetimeFigureOut">
              <a:rPr lang="en-US" smtClean="0"/>
              <a:t>6/1/26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40F4AA-3DB0-265F-2C6B-D68C55485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14C69-EECF-A112-1D90-2954A0A40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D5299-8ADD-5C49-A3B6-D639136F0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06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7E7C4-79B2-251B-D2D4-5063A8D82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C96BE-7A43-174C-A320-F0B9F0230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C617A2-6BE3-60FF-710F-5EDCC892F6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18797D-C7B1-7918-ADF1-31070A998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DFDB8-0DDA-B945-A3CB-BF161D5C4CFA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05245-E46F-C7CE-7587-3D7EA8A3E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DDE238-C231-0A3E-0FBF-7C2E2B10C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D5299-8ADD-5C49-A3B6-D639136F0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651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EE345-38FB-95D2-87AB-C2486214B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E52E61-1EF7-B20F-EFC8-307F78F776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8EF21B-7247-718E-805C-B3134CE116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EC007-CDDD-768F-F6B1-1E521377B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DFDB8-0DDA-B945-A3CB-BF161D5C4CFA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E5D5A-8C0F-806E-C845-60E3FEACE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69BA1A-92C3-0178-A17A-2367B32A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D5299-8ADD-5C49-A3B6-D639136F0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32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C87DB-D06A-7DBB-5334-415E28F5C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FA6DB2-B944-5D98-7B35-CF2645548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ABEE2-02D7-D09A-3FED-400481CF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DFDB8-0DDA-B945-A3CB-BF161D5C4CFA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4903B-BA9A-7DFC-4F7A-2F3085760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34819-07AA-3367-4729-30D61651E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D5299-8ADD-5C49-A3B6-D639136F0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92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D2515A-C437-EB83-3DFC-05AB11710B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4A3EEF-9FFC-3450-19FF-347D91561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DA066-EAAA-AD2F-67B1-FF80FF69F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DFDB8-0DDA-B945-A3CB-BF161D5C4CFA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B45D2-2D45-8ED2-BDE9-16005E3C7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9280A-F4B9-5256-09EB-9A6A76041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D5299-8ADD-5C49-A3B6-D639136F0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886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9049B0-F8F8-6C16-0FC9-F6AC3BD5C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28A672-D7F5-B7C5-D8F5-81217E760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136AA-9E6E-3820-7930-4771DCEFDD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7DFDB8-0DDA-B945-A3CB-BF161D5C4CFA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19859-7695-3F52-FA09-C6BDAA4DEC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5B0A1-D544-71BF-6E1F-6A527CCDB3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6D5299-8ADD-5C49-A3B6-D639136F0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579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CC9436A8-8845-85CF-C152-FC3B4752B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2951" y="1214897"/>
            <a:ext cx="2899035" cy="846973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9283703D-6E60-1C98-A09F-11B083AFD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631" y="1388297"/>
            <a:ext cx="3246948" cy="94861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58937A0-7FBE-910A-6C19-AE47B84A4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9273" y="1181370"/>
            <a:ext cx="3278082" cy="95771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DE376B7-6C3E-42D1-A63A-10E46A8AE8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5669" y="1388297"/>
            <a:ext cx="3246948" cy="94861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9498BC7-BA59-D04C-F4B8-0E32981B82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" y="1181370"/>
            <a:ext cx="3253325" cy="9504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19CC4A-6C0B-21FD-CC67-64AFFB4FD7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872" y="1397910"/>
            <a:ext cx="3253327" cy="9504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680513-1C78-7346-C0C8-19F5D7D40D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828" y="1475030"/>
            <a:ext cx="3253327" cy="9504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75ED47-94F3-89C8-A77D-B398CE23E4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207" y="2379342"/>
            <a:ext cx="3246948" cy="950482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0F0E40F-F9E8-C1C2-F0A6-1CF61FBCC7EB}"/>
              </a:ext>
            </a:extLst>
          </p:cNvPr>
          <p:cNvSpPr/>
          <p:nvPr/>
        </p:nvSpPr>
        <p:spPr>
          <a:xfrm>
            <a:off x="2586236" y="1797267"/>
            <a:ext cx="1922014" cy="587322"/>
          </a:xfrm>
          <a:prstGeom prst="rect">
            <a:avLst/>
          </a:prstGeom>
          <a:noFill/>
          <a:ln>
            <a:noFill/>
          </a:ln>
          <a:scene3d>
            <a:camera prst="isometricRightUp">
              <a:rot lat="600000" lon="16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........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3F2821F-872C-6AD3-C645-1F6C04D189C0}"/>
              </a:ext>
            </a:extLst>
          </p:cNvPr>
          <p:cNvCxnSpPr>
            <a:cxnSpLocks/>
          </p:cNvCxnSpPr>
          <p:nvPr/>
        </p:nvCxnSpPr>
        <p:spPr>
          <a:xfrm>
            <a:off x="3477199" y="2487121"/>
            <a:ext cx="8392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CF46690-94A9-8A00-BE37-F57A50B4C185}"/>
              </a:ext>
            </a:extLst>
          </p:cNvPr>
          <p:cNvSpPr txBox="1"/>
          <p:nvPr/>
        </p:nvSpPr>
        <p:spPr>
          <a:xfrm>
            <a:off x="3362037" y="2117789"/>
            <a:ext cx="1070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ndale Mono" panose="020B0509000000000004" pitchFamily="49" charset="0"/>
              </a:rPr>
              <a:t>SNP intersection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D47C9D9-1942-1268-3CBB-EF4E67581F21}"/>
              </a:ext>
            </a:extLst>
          </p:cNvPr>
          <p:cNvSpPr/>
          <p:nvPr/>
        </p:nvSpPr>
        <p:spPr>
          <a:xfrm>
            <a:off x="-355828" y="964829"/>
            <a:ext cx="1922014" cy="587322"/>
          </a:xfrm>
          <a:prstGeom prst="rect">
            <a:avLst/>
          </a:prstGeom>
          <a:noFill/>
          <a:ln>
            <a:noFill/>
          </a:ln>
          <a:scene3d>
            <a:camera prst="isometricRightUp">
              <a:rot lat="600000" lon="16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........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E0EB850-C495-AAB5-4F2A-B2A72DE79E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3087" y="2379342"/>
            <a:ext cx="3246948" cy="95048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6FDFA0E1-7877-BBA5-116A-E2BB1EF7B5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3087" y="1475962"/>
            <a:ext cx="3246948" cy="948618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46229A1-13AD-A83E-2ECC-CED0B023A0C0}"/>
              </a:ext>
            </a:extLst>
          </p:cNvPr>
          <p:cNvSpPr/>
          <p:nvPr/>
        </p:nvSpPr>
        <p:spPr>
          <a:xfrm>
            <a:off x="6715617" y="1792020"/>
            <a:ext cx="1922014" cy="587322"/>
          </a:xfrm>
          <a:prstGeom prst="rect">
            <a:avLst/>
          </a:prstGeom>
          <a:noFill/>
          <a:ln>
            <a:noFill/>
          </a:ln>
          <a:scene3d>
            <a:camera prst="isometricRightUp">
              <a:rot lat="600000" lon="16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........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997388A-A31C-B74D-2D77-7194FBF49636}"/>
              </a:ext>
            </a:extLst>
          </p:cNvPr>
          <p:cNvCxnSpPr>
            <a:cxnSpLocks/>
          </p:cNvCxnSpPr>
          <p:nvPr/>
        </p:nvCxnSpPr>
        <p:spPr>
          <a:xfrm>
            <a:off x="7805282" y="2495172"/>
            <a:ext cx="6715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AD54F4A-9E09-A952-706B-C37FC8AE0711}"/>
              </a:ext>
            </a:extLst>
          </p:cNvPr>
          <p:cNvSpPr txBox="1"/>
          <p:nvPr/>
        </p:nvSpPr>
        <p:spPr>
          <a:xfrm>
            <a:off x="7652909" y="2122857"/>
            <a:ext cx="899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ndale Mono" panose="020B0509000000000004" pitchFamily="49" charset="0"/>
              </a:rPr>
              <a:t>LD clumping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61FA2B0B-ACB0-ED71-199A-80AF595E8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2573" y="1480986"/>
            <a:ext cx="3246948" cy="948618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AC0FD85E-6970-6843-1DB0-71066E542D6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52573" y="2379342"/>
            <a:ext cx="3246948" cy="950482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37C26171-4764-5C52-5FD9-A10DE4DA79E9}"/>
              </a:ext>
            </a:extLst>
          </p:cNvPr>
          <p:cNvSpPr/>
          <p:nvPr/>
        </p:nvSpPr>
        <p:spPr>
          <a:xfrm>
            <a:off x="10978794" y="1757644"/>
            <a:ext cx="1922014" cy="587322"/>
          </a:xfrm>
          <a:prstGeom prst="rect">
            <a:avLst/>
          </a:prstGeom>
          <a:noFill/>
          <a:ln>
            <a:noFill/>
          </a:ln>
          <a:scene3d>
            <a:camera prst="isometricRightUp">
              <a:rot lat="600000" lon="16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........</a:t>
            </a:r>
          </a:p>
        </p:txBody>
      </p:sp>
    </p:spTree>
    <p:extLst>
      <p:ext uri="{BB962C8B-B14F-4D97-AF65-F5344CB8AC3E}">
        <p14:creationId xmlns:p14="http://schemas.microsoft.com/office/powerpoint/2010/main" val="723198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3880</TotalTime>
  <Words>8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Andale Mono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  ACKERMANN</dc:creator>
  <cp:lastModifiedBy>Leon  ACKERMANN</cp:lastModifiedBy>
  <cp:revision>2</cp:revision>
  <dcterms:created xsi:type="dcterms:W3CDTF">2026-05-29T14:42:14Z</dcterms:created>
  <dcterms:modified xsi:type="dcterms:W3CDTF">2026-06-02T13:43:53Z</dcterms:modified>
</cp:coreProperties>
</file>